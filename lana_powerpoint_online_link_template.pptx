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UT_GITHUB_PAGES_DASHBOARD_LINK_HER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UT_GITHUB_PAGES_DASHBOARD_LINK_HER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UT_GITHUB_PAGES_DASHBOARD_LINK_HER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داش بورد لنا المالية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هذا الملف جاهز للربط مع رابط الداش بورد الأونلاين.</a:t>
            </a:r>
            <a:br/>
            <a:r>
              <a:t>بعد رفع index.html على GitHub Pages ضع الرابط داخل زر الفتح.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3840480" y="5303520"/>
            <a:ext cx="4480560" cy="5943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افتح الداش بورد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آلية التحديث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Google Sheets → Apps Script API → Dashboard Online</a:t>
            </a:r>
            <a:br/>
            <a:r>
              <a:t>الداش بورد يحدث تلقائيًا كل 60 ثانية أو عند الضغط على تحديث البيانات.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3840480" y="5303520"/>
            <a:ext cx="4480560" cy="5943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افتح الداش بورد 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ملاحظة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PowerPoint لا يقرأ بيانات Google Sheets تلقائيًا مثل صفحة الويب.</a:t>
            </a:r>
            <a:br/>
            <a:r>
              <a:t>الأبسط: زر مباشر يفتح الداش بورد Live، أو نربط الرسومات يدويًا عبر Excel Paste Link.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3840480" y="5303520"/>
            <a:ext cx="4480560" cy="5943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افتح الداش بورد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